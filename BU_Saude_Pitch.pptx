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Saúde — Tração Comprovada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0" y="24688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Endereçável: SAM R$1,2 bi  |  SOM R$420 mi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6243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2624328" cy="640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Receita Recorrente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R$262k → R$519k/mês  (Fev/25 → Fev/26)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804672"/>
            <a:ext cx="26243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804672"/>
            <a:ext cx="262432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9611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64408" y="1627632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Clientes Ativos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208483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em 2025  (de 121 para 160)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80176" y="804672"/>
            <a:ext cx="2624328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0176" y="804672"/>
            <a:ext cx="2624328" cy="6400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89611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R$4,2mi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071616" y="1627632"/>
            <a:ext cx="2441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Bruto 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71616" y="2084832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R$519k de receita recorrente mensal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578608"/>
            <a:ext cx="2624328" cy="621792"/>
          </a:xfrm>
          <a:prstGeom prst="rect">
            <a:avLst/>
          </a:prstGeom>
          <a:solidFill>
            <a:srgbClr val="1E4A8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78608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  </a:t>
            </a:r>
            <a:pPr algn="ctr"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Atual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172968" y="2578608"/>
            <a:ext cx="2624328" cy="621792"/>
          </a:xfrm>
          <a:prstGeom prst="rect">
            <a:avLst/>
          </a:prstGeom>
          <a:solidFill>
            <a:srgbClr val="1E4A8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578608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R$2.147   </a:t>
            </a:r>
            <a:pPr algn="ctr"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/ Mês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980176" y="2578608"/>
            <a:ext cx="2624328" cy="621792"/>
          </a:xfrm>
          <a:prstGeom prst="rect">
            <a:avLst/>
          </a:prstGeom>
          <a:solidFill>
            <a:srgbClr val="1E4A8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2578608"/>
            <a:ext cx="2441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 </a:t>
            </a:r>
            <a:pPr algn="ctr"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Full-time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3346704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exclusões em 2025  —  taxa de retenção de 92%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407408"/>
            <a:ext cx="850392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 12 meses dobramos a receita. Agora precisamos da estrutura para dobrar novamente.”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Impede de Crescer Mais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95528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95528"/>
            <a:ext cx="64008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32688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REPRESADA — 160 CLIENTES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27632" y="1453896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de desenvolvimento pendentes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0391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27632" y="207568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de atendimento abertas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6609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27632" y="269748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ativos no sistema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31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27632" y="331927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atual dos clientes (meta: 60+)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795528"/>
            <a:ext cx="3931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795528"/>
            <a:ext cx="64008" cy="32461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932688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PERDIDA EM EDITAIS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56632" y="14173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62472" y="145389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editais analisados desde Jan/2025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56632" y="203911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62472" y="207568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atual — apenas 76 aprovados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56632" y="266090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062472" y="26974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com produto completo (e-SUS)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56632" y="3337560"/>
            <a:ext cx="3602736" cy="594360"/>
          </a:xfrm>
          <a:prstGeom prst="rect">
            <a:avLst/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3364992"/>
            <a:ext cx="34198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sistema incompleto — não atende e-SUS integralmente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51960"/>
            <a:ext cx="84124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edital perdido por limitação técnica é receita recorrente que não entra. Com o produto completo, podemos ir de 41% para 70%+ de aderência.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— Uso da Margem para Amadurecimento do Produto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pedimos capital externo. Pedimos autorização para reinvestir o que já geramos.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79192" cy="31546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51560"/>
            <a:ext cx="2679192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TEMOS HOJE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1848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R$251k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911096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Mensal Atual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12140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R$180.661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Squad/mês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2432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~R$70k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916936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pós-investimento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municípios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19856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630168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R$519k/mês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922776"/>
            <a:ext cx="2496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 Mensal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27832" y="1051560"/>
            <a:ext cx="2679192" cy="3154680"/>
          </a:xfrm>
          <a:prstGeom prst="rect">
            <a:avLst/>
          </a:prstGeom>
          <a:solidFill>
            <a:srgbClr val="EBF2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27832" y="1051560"/>
            <a:ext cx="26791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10515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NECESSÁRIO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16184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Dev Sênior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76672" y="161848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R$79.067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55848" y="1965960"/>
            <a:ext cx="24231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206654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Analista Produto Sr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76672" y="206654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R$16.101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2414016"/>
            <a:ext cx="24231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51460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Arquiteto Sistemas Sr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76672" y="251460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R$48.183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2862072"/>
            <a:ext cx="24231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55848" y="296265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Analista Qualidade Sr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76672" y="2962656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R$13.178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55848" y="3310128"/>
            <a:ext cx="2423160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34107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Coordenador Desenv.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76672" y="341071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R$24.132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55848" y="3794760"/>
            <a:ext cx="242316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55848" y="3794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R$180.661/mês</a:t>
            </a:r>
            <a:pPr algn="ctr" indent="0" marL="0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(11 pessoas)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55848" y="40507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Mai–Dez: R$1.445.286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35624" y="1051560"/>
            <a:ext cx="267919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35624" y="1051560"/>
            <a:ext cx="2679192" cy="45720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10515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EM 12 MESES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63640" y="168249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16733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92824" y="16459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Zerar backlog crítico dos 160 clientes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2048256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185416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17627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92824" y="214884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editais: 41% → 70%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63640" y="2551176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63640" y="268833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63640" y="267919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592824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integração e-SUS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63640" y="3054096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3191256"/>
            <a:ext cx="256032" cy="25603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1821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592824" y="315468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+40 municípios (160 → 200)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63640" y="3557016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63640" y="3694176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3640" y="36850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592824" y="365760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R$2.147/mês por novo cliente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343400"/>
            <a:ext cx="85039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R$251k de margem mensal  →  R$180.661 em equipe (11 pessoas)  →  Produto completo  →  +40 clientes  →  Mais margem. O ciclo se paga sozinho.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Saude Pitch Conselho</dc:title>
  <dc:subject>PptxGenJS Presentation</dc:subject>
  <dc:creator>PptxGenJS</dc:creator>
  <cp:lastModifiedBy>PptxGenJS</cp:lastModifiedBy>
  <cp:revision>1</cp:revision>
  <dcterms:created xsi:type="dcterms:W3CDTF">2026-04-20T12:55:15Z</dcterms:created>
  <dcterms:modified xsi:type="dcterms:W3CDTF">2026-04-20T12:55:15Z</dcterms:modified>
</cp:coreProperties>
</file>